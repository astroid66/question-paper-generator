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2340" y="-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DAB08-8540-47BD-AECA-D4DEAC84FC47}" type="datetimeFigureOut">
              <a:rPr lang="en-IN" smtClean="0"/>
              <a:pPr/>
              <a:t>03/12/2019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D6D1C-F377-4DB1-89B6-3B45CBA4C92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93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5008491" y="8038905"/>
            <a:ext cx="2734260" cy="970671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05408" y="1121306"/>
            <a:ext cx="6047184" cy="2123369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05408" y="3250405"/>
            <a:ext cx="6047184" cy="2531533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28700" y="8684948"/>
            <a:ext cx="4343400" cy="527403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A4985DB3-A78D-4105-A410-D59A3C61953D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028700" y="8162129"/>
            <a:ext cx="4343400" cy="527403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6294185" y="8308889"/>
            <a:ext cx="377190" cy="527403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86380"/>
            <a:ext cx="6172200" cy="2020824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719612"/>
            <a:ext cx="6172200" cy="6604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93592" y="9360069"/>
            <a:ext cx="1600200" cy="435864"/>
          </a:xfrm>
        </p:spPr>
        <p:txBody>
          <a:bodyPr/>
          <a:lstStyle/>
          <a:p>
            <a:fld id="{90F4A72C-F570-4503-B4DC-024952BCAE7C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" y="9361400"/>
            <a:ext cx="3195042" cy="434534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5276" y="10161"/>
            <a:ext cx="6847449" cy="9875521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5008491" y="896426"/>
            <a:ext cx="2734260" cy="970671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16724" y="9355667"/>
            <a:ext cx="1600200" cy="440267"/>
          </a:xfrm>
        </p:spPr>
        <p:txBody>
          <a:bodyPr/>
          <a:lstStyle/>
          <a:p>
            <a:fld id="{CD06538A-5DDD-426F-9519-DA445BFC2439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64532" y="9361400"/>
            <a:ext cx="3195042" cy="434534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38292" y="1169457"/>
            <a:ext cx="377190" cy="434534"/>
          </a:xfrm>
        </p:spPr>
        <p:txBody>
          <a:bodyPr/>
          <a:lstStyle/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4851596" y="13550"/>
            <a:ext cx="2004646" cy="2744748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10161"/>
            <a:ext cx="6852725" cy="9885681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392115"/>
            <a:ext cx="5429250" cy="1967442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750" y="2359552"/>
            <a:ext cx="2914650" cy="3302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487965"/>
            <a:ext cx="3028950" cy="653750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487965"/>
            <a:ext cx="3028950" cy="653750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93592" y="9361400"/>
            <a:ext cx="1600200" cy="435864"/>
          </a:xfrm>
        </p:spPr>
        <p:txBody>
          <a:bodyPr/>
          <a:lstStyle/>
          <a:p>
            <a:fld id="{92E55656-1F75-46B9-9D46-1D00AC6C9F76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" y="9361400"/>
            <a:ext cx="3195042" cy="435864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2140" y="9361400"/>
            <a:ext cx="377190" cy="435864"/>
          </a:xfrm>
        </p:spPr>
        <p:txBody>
          <a:bodyPr/>
          <a:lstStyle/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49" y="419946"/>
            <a:ext cx="800100" cy="8888984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3755" y="419946"/>
            <a:ext cx="435768" cy="435864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023755" y="4950290"/>
            <a:ext cx="435768" cy="435864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516672" y="419946"/>
            <a:ext cx="5143500" cy="435864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16672" y="4950290"/>
            <a:ext cx="5143500" cy="43586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593592" y="9361400"/>
            <a:ext cx="1597914" cy="435864"/>
          </a:xfrm>
        </p:spPr>
        <p:txBody>
          <a:bodyPr/>
          <a:lstStyle/>
          <a:p>
            <a:fld id="{CD7617D2-F086-4DD1-9B90-37247C910C66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42900" y="9361400"/>
            <a:ext cx="3195828" cy="435864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692140" y="9364472"/>
            <a:ext cx="377190" cy="435864"/>
          </a:xfrm>
        </p:spPr>
        <p:txBody>
          <a:bodyPr/>
          <a:lstStyle>
            <a:lvl1pPr algn="ctr">
              <a:defRPr/>
            </a:lvl1pPr>
          </a:lstStyle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A5F3-C24D-4062-990C-7187B40F7136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593592" y="9361400"/>
            <a:ext cx="1600200" cy="435864"/>
          </a:xfrm>
        </p:spPr>
        <p:txBody>
          <a:bodyPr/>
          <a:lstStyle/>
          <a:p>
            <a:fld id="{20058C73-0D65-4ED1-BFD5-53DE3441E10C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42900" y="9362731"/>
            <a:ext cx="3195042" cy="434534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92140" y="9361400"/>
            <a:ext cx="377190" cy="435864"/>
          </a:xfrm>
        </p:spPr>
        <p:txBody>
          <a:bodyPr/>
          <a:lstStyle/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531070"/>
            <a:ext cx="685800" cy="85852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51892" y="531070"/>
            <a:ext cx="1828800" cy="85852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738438" y="462280"/>
            <a:ext cx="3957066" cy="865124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09232" y="9470136"/>
            <a:ext cx="1600200" cy="435864"/>
          </a:xfrm>
        </p:spPr>
        <p:txBody>
          <a:bodyPr/>
          <a:lstStyle>
            <a:lvl1pPr>
              <a:defRPr sz="900"/>
            </a:lvl1pPr>
          </a:lstStyle>
          <a:p>
            <a:fld id="{7B1C7929-5A5C-4BFF-B491-00A39C5D64E6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1892" y="9470136"/>
            <a:ext cx="3857340" cy="435864"/>
          </a:xfrm>
        </p:spPr>
        <p:txBody>
          <a:bodyPr/>
          <a:lstStyle>
            <a:lvl1pPr>
              <a:defRPr sz="9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07932" y="9470136"/>
            <a:ext cx="377190" cy="435864"/>
          </a:xfrm>
        </p:spPr>
        <p:txBody>
          <a:bodyPr/>
          <a:lstStyle>
            <a:lvl1pPr>
              <a:defRPr sz="900"/>
            </a:lvl1pPr>
          </a:lstStyle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217961"/>
            <a:ext cx="685800" cy="92456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53678" y="540173"/>
            <a:ext cx="5500116" cy="79248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8475133"/>
            <a:ext cx="5500116" cy="9906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81144" y="9470136"/>
            <a:ext cx="1577340" cy="435864"/>
          </a:xfrm>
        </p:spPr>
        <p:txBody>
          <a:bodyPr/>
          <a:lstStyle>
            <a:lvl1pPr>
              <a:defRPr sz="900"/>
            </a:lvl1pPr>
          </a:lstStyle>
          <a:p>
            <a:fld id="{3214D02E-09D6-44C6-89BC-C905DF643117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7824" y="9471466"/>
            <a:ext cx="3711054" cy="435864"/>
          </a:xfrm>
        </p:spPr>
        <p:txBody>
          <a:bodyPr/>
          <a:lstStyle>
            <a:lvl1pPr>
              <a:defRPr sz="9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62894" y="9470136"/>
            <a:ext cx="274320" cy="435864"/>
          </a:xfrm>
        </p:spPr>
        <p:txBody>
          <a:bodyPr/>
          <a:lstStyle>
            <a:lvl1pPr algn="ctr">
              <a:defRPr sz="900"/>
            </a:lvl1pPr>
          </a:lstStyle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D7875-B894-44C0-905A-AFF855CDBBA1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086350" y="550333"/>
            <a:ext cx="1428750" cy="79248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550333"/>
            <a:ext cx="4686300" cy="79248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E5EB7-F067-4C47-B9D9-00F0952DC642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0"/>
              </a:schemeClr>
            </a:gs>
            <a:gs pos="0">
              <a:schemeClr val="bg1">
                <a:shade val="48000"/>
                <a:satMod val="230000"/>
              </a:schemeClr>
            </a:gs>
            <a:gs pos="51000">
              <a:schemeClr val="accent5"/>
            </a:gs>
            <a:gs pos="100000">
              <a:schemeClr val="accent5">
                <a:lumMod val="20000"/>
                <a:lumOff val="8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5276" y="20321"/>
            <a:ext cx="6847449" cy="9875521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0161"/>
            <a:ext cx="6852725" cy="9885681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4851596" y="7147703"/>
            <a:ext cx="2004646" cy="2744748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42900" y="386380"/>
            <a:ext cx="6172200" cy="202082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42900" y="2719612"/>
            <a:ext cx="6172200" cy="6604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3593592" y="9361400"/>
            <a:ext cx="1600200" cy="435864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41FDF958-88EE-49D9-9D15-50C23F255073}" type="datetime1">
              <a:rPr lang="en-IN" smtClean="0"/>
              <a:pPr/>
              <a:t>03/12/2019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42900" y="9362731"/>
            <a:ext cx="3195042" cy="43453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692140" y="9361400"/>
            <a:ext cx="377190" cy="435864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E966E6AD-F77E-410F-A755-FD31A70CC55B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4870" y="4679504"/>
            <a:ext cx="6120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u="sng" dirty="0" smtClean="0">
                <a:latin typeface="Algerian" pitchFamily="82" charset="0"/>
              </a:rPr>
              <a:t>Computer science project</a:t>
            </a:r>
          </a:p>
          <a:p>
            <a:pPr algn="ctr"/>
            <a:r>
              <a:rPr lang="en-IN" sz="2400" u="sng" dirty="0" smtClean="0">
                <a:latin typeface="Algerian" pitchFamily="82" charset="0"/>
              </a:rPr>
              <a:t>2019 - 20</a:t>
            </a:r>
            <a:endParaRPr lang="en-IN" sz="2400" u="sng" dirty="0">
              <a:latin typeface="Algerian" pitchFamily="82" charset="0"/>
            </a:endParaRPr>
          </a:p>
        </p:txBody>
      </p:sp>
      <p:pic>
        <p:nvPicPr>
          <p:cNvPr id="7" name="Picture 6" descr="Image result for st annes school jodhpur&quot;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440661" y="1978224"/>
            <a:ext cx="2062480" cy="2062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28604" y="6165726"/>
            <a:ext cx="5906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smtClean="0">
                <a:latin typeface="Algerian" pitchFamily="82" charset="0"/>
              </a:rPr>
              <a:t>Topic – generating question paper</a:t>
            </a:r>
            <a:endParaRPr lang="en-IN" sz="2400" dirty="0">
              <a:latin typeface="Algerian" pitchFamily="8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2463" y="7689304"/>
            <a:ext cx="30603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Submitted by – </a:t>
            </a:r>
          </a:p>
          <a:p>
            <a:r>
              <a:rPr lang="en-US" sz="2000" dirty="0" err="1" smtClean="0"/>
              <a:t>Prashul</a:t>
            </a:r>
            <a:r>
              <a:rPr lang="en-US" sz="2000" dirty="0" smtClean="0"/>
              <a:t> </a:t>
            </a:r>
            <a:r>
              <a:rPr lang="en-US" sz="2000" dirty="0" err="1" smtClean="0"/>
              <a:t>Vaishnav</a:t>
            </a:r>
            <a:endParaRPr lang="en-IN" sz="2000" dirty="0" smtClean="0"/>
          </a:p>
          <a:p>
            <a:r>
              <a:rPr lang="en-IN" sz="2000" dirty="0" smtClean="0"/>
              <a:t>Class – XII ‘A’</a:t>
            </a:r>
          </a:p>
          <a:p>
            <a:endParaRPr lang="en-IN" sz="2000" dirty="0" smtClean="0"/>
          </a:p>
          <a:p>
            <a:r>
              <a:rPr lang="en-IN" sz="2000" dirty="0" smtClean="0"/>
              <a:t>Board roll no - </a:t>
            </a:r>
          </a:p>
          <a:p>
            <a:endParaRPr lang="en-IN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3717032" y="7689303"/>
            <a:ext cx="2808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Submitted to – </a:t>
            </a:r>
          </a:p>
          <a:p>
            <a:r>
              <a:rPr lang="en-IN" sz="2000" dirty="0" smtClean="0"/>
              <a:t>Mrs. </a:t>
            </a:r>
            <a:r>
              <a:rPr lang="en-IN" sz="2000" dirty="0" err="1" smtClean="0"/>
              <a:t>Archana</a:t>
            </a:r>
            <a:r>
              <a:rPr lang="en-IN" sz="2000" dirty="0" smtClean="0"/>
              <a:t> </a:t>
            </a:r>
            <a:r>
              <a:rPr lang="en-IN" sz="2000" dirty="0" err="1" smtClean="0"/>
              <a:t>Agarwal</a:t>
            </a:r>
            <a:endParaRPr lang="en-IN" sz="2000" dirty="0" smtClean="0"/>
          </a:p>
          <a:p>
            <a:endParaRPr lang="en-IN" sz="20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499914" y="713544"/>
            <a:ext cx="593018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u="sng" dirty="0" smtClean="0">
                <a:latin typeface="Algerian" pitchFamily="82" charset="0"/>
              </a:rPr>
              <a:t>St. Anne’s Sr. Sec. School, Jodhpur</a:t>
            </a:r>
            <a:endParaRPr lang="en-IN" sz="2400" u="sng" dirty="0">
              <a:latin typeface="Algerian" pitchFamily="82" charset="0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9045624" y="2000672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553200" y="200472"/>
            <a:ext cx="0" cy="93245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266700" y="266700"/>
            <a:ext cx="6324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266700" y="266700"/>
            <a:ext cx="0" cy="9258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266700" y="9525000"/>
            <a:ext cx="628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153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59</TotalTime>
  <Words>43</Words>
  <Application>Microsoft Office PowerPoint</Application>
  <PresentationFormat>A4 Paper (210x297 mm)</PresentationFormat>
  <Paragraphs>11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Verve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pawan vaishnav</dc:creator>
  <cp:lastModifiedBy>pawan vaishnav</cp:lastModifiedBy>
  <cp:revision>12</cp:revision>
  <dcterms:created xsi:type="dcterms:W3CDTF">2019-11-03T01:53:19Z</dcterms:created>
  <dcterms:modified xsi:type="dcterms:W3CDTF">2019-12-03T16:43:26Z</dcterms:modified>
</cp:coreProperties>
</file>